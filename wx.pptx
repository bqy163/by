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A0CED-2F6E-355E-3833-416F3846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D298DF-C93C-D010-0C16-BECAC4C4E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927D10-4067-5B78-C2DE-B2EC2A05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00468-47E7-8E2A-74D2-7FCD3C26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256DA-9F8B-D013-1325-7A54CC98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8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1F5D0-A561-8B23-F480-9FB3CB1B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813EC-11CD-E31A-4200-C3C97F8C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8F9D04-5F86-A50B-0C27-3DB773A9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E4A3D-D80B-FD05-EEBC-D0091E88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CF451-CAA3-C973-2DEC-8D48CD4E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65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C79BE-322E-B1A3-D62D-B8E3C819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514B4A-087C-EFF9-4B0F-35341AAB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755BE-9D85-E819-4E0D-A9132FF0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9F5E3-75EA-262E-8583-89C0AFFC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E905A-74B8-35E7-EC9C-CC681F3E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4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338A-EAF8-5E7B-66FE-DCEFC538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47A43-7DFB-236A-0E43-E148E854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E2465-4A28-4537-DC94-125A13624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982767-068B-F5B1-EDCE-7C4B0F22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1FD18E-6632-DFCE-EAA9-813DB576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492DC0-7763-631F-A754-7807B0BA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91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B1736-A750-6B5A-E234-3940A689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030818-8FDE-FCF8-3036-2F605D9B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503596-CAED-5A81-FBB4-E17EA524D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C3004E-8083-3127-106F-1F7014A29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EC9359-A1E6-9136-A014-2D68D82DB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145959-E46E-A235-16C8-B82250FD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83D848-6F10-0BD6-0F16-A441ADB2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DC7F65-1C4E-BB22-C066-38F192ED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66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0B5CA-1741-51BE-F8CC-1D1C832F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4073EA-061D-A47B-2BC4-FAB0162E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F3EA0F-DDCF-D6CE-AD82-E49BCC0C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A8B578-1927-7BD4-D729-3D76B78F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4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369231-6882-00E4-A0BB-7ABEB42C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7413A8-5378-1ABF-4F9D-DEA846AB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43FA51-6F3B-8C8A-DEEA-E80ED882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5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E0B71-1C08-9F70-B3A0-35F15446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2FAE7-2C1A-9DA2-A953-ACFA3D768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621182-B8CE-4109-D106-30F415D06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63F2B7-A6DD-3362-4098-666C08D6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0D9FD1-C824-0D3D-5ACA-6F32DF9A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72D4EB-E571-54AE-B528-D3D5BDC6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81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41432-1A44-E1AB-0700-97C2A603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2EAB6B-5499-D307-7CD1-74ED08142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EA98C2-C890-64ED-69F5-BF1012E34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0C251-1D31-6D7E-EF7E-0A1FE587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6E865C-8B44-4F23-5B43-FD8BA00B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A45A37-E60E-CAA0-B14D-F9DA91F0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93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A1B57-C97E-32D1-2B1C-1B366597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16FE08-52E4-B12C-20DF-FA3E5A775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A26B92-7F80-29B8-2857-412ADEAB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FD3DD-FC7B-59F3-DD42-1D8EB9D3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D27E3D-9147-BDC6-6A47-14AB4D3F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0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563160-A6FA-20E0-B0A3-489407873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0EE9DA-3815-78E5-EA29-820A65B1D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BDA5B-BBBD-58FD-FFF9-0D3D4027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0F12D-F5D3-D426-9850-CA328EDB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28217-E80B-5430-BCA9-DC1A7186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40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C6E12E-5553-521B-B5BF-DF468D38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ECE405-F07C-A2F2-B6E8-4F4F04D26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1CC51-126A-4F8A-5AD3-AAAD8C97A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0D040-1ECF-4A56-A8F2-8284600254ED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A9437-8458-5C7B-0AD5-09922626B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0088C3-7809-BCAD-2DB4-57E0B24B7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2918D-2FD0-4F6A-BC17-A01A28248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26DA6-A192-D206-47D6-7585D948C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AE0C62-696C-209F-037E-52093F8F9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3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C9352-38F0-CDBD-3D4C-CF4536D1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C66509-9E27-48BD-C470-5F7053960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51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BF0FD-4A70-2DB3-B5C6-5231CA66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170B5-2088-7577-FCD5-44603EBAF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1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AC76A-4C92-EDDD-2E24-ECFD613C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3F5537-0435-6B4F-4E53-E9E0C1604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18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19577-3448-FBA3-BB34-FC0DFA54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6D7AD-4AE0-ED15-F7C4-CFDA2377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6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30F65-E046-BC6A-8C70-3CE1F230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A3D07-3095-A237-EDE2-43575A06B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23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DD66-BFF5-C565-E31C-438B7529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9F22F-025C-362F-D1C2-6E9409BA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08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C40E3-9A95-E15E-8E04-64A591AE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8717F8-7D80-C364-9BC2-B19F2428E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46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29BD8-83B9-3540-6386-F955B97A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500227-7620-3BC3-CEE5-C7383C1C5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152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</Words>
  <Application>Microsoft Office PowerPoint</Application>
  <PresentationFormat>宽屏</PresentationFormat>
  <Paragraphs>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1</vt:lpstr>
      <vt:lpstr>2</vt:lpstr>
      <vt:lpstr>3</vt:lpstr>
      <vt:lpstr>4</vt:lpstr>
      <vt:lpstr>5</vt:lpstr>
      <vt:lpstr>6</vt:lpstr>
      <vt:lpstr>7</vt:lpstr>
      <vt:lpstr>8</vt:lpstr>
      <vt:lpstr>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奇阳 保</dc:creator>
  <cp:lastModifiedBy>奇阳 保</cp:lastModifiedBy>
  <cp:revision>1</cp:revision>
  <dcterms:created xsi:type="dcterms:W3CDTF">2026-07-01T05:07:54Z</dcterms:created>
  <dcterms:modified xsi:type="dcterms:W3CDTF">2026-07-01T05:09:50Z</dcterms:modified>
</cp:coreProperties>
</file>